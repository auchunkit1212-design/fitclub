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5E5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8E85"/>
                </a:solidFill>
              </a:rPr>
              <a:t>COACH! WHAT TO DO?  ·  CYBERPORT CREATIVE MICRO FUND (CCMF)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486400" cy="5486400"/>
          </a:xfrm>
          <a:prstGeom prst="ellipse">
            <a:avLst/>
          </a:prstGeom>
          <a:solidFill>
            <a:srgbClr val="0D6B4E">
              <a:alpha val="65000"/>
            </a:srgbClr>
          </a:solidFill>
          <a:ln w="12700">
            <a:solidFill>
              <a:srgbClr val="0D6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206240"/>
            <a:ext cx="3840480" cy="3840480"/>
          </a:xfrm>
          <a:prstGeom prst="ellipse">
            <a:avLst/>
          </a:prstGeom>
          <a:solidFill>
            <a:srgbClr val="0B7A57">
              <a:alpha val="55000"/>
            </a:srgbClr>
          </a:solidFill>
          <a:ln w="12700">
            <a:solidFill>
              <a:srgbClr val="0B7A57">
                <a:alpha val="0"/>
              </a:srgbClr>
            </a:solidFill>
            <a:prstDash val="solid"/>
          </a:ln>
        </p:spPr>
      </p:sp>
      <p:pic>
        <p:nvPicPr>
          <p:cNvPr id="4" name="Image 0" descr="/workspace/docs/funding-deck-assets/ccmf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65176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123E31"/>
          </a:solidFill>
          <a:ln w="12700">
            <a:solidFill>
              <a:srgbClr val="123E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694944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CCMF APPLICATION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Coach! What to do?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49808" y="201168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F3DC"/>
                </a:solidFill>
              </a:rPr>
              <a:t>Asia's First AI-Driven B2B2C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B9F3DC"/>
                </a:solidFill>
              </a:rPr>
              <a:t>Smart Coaching Ecosystem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808" y="33375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6DF"/>
                </a:solidFill>
              </a:rPr>
              <a:t>An innovative HealthTech SaaS platform that turns coaching operations into an AI-scalable growth engine — with a live MVP ready for commercialization.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45720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49B"/>
                </a:solidFill>
              </a:rPr>
              <a:t>Cyberport Creative Micro Fund (CCMF)  ·  Business 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4937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Founder &amp; PIC: [Your Full Name]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052560" y="4069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6EE7B7"/>
                </a:solidFill>
              </a:rPr>
              <a:t>LIVE PRODUCT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41080" y="4370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fitclub-pearl.vercel.app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5989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Funding Ask: HK$100,000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01 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Vision, Mission &amp; Positioning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71780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</a:rPr>
              <a:t>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31C"/>
                </a:solidFill>
              </a:rPr>
              <a:t>To democratize professional health coaching and become the leading AI-driven operational ecosystem for the fitness industry in the APAC region.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4C7"/>
                </a:solidFill>
              </a:rPr>
              <a:t>MISSION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31C"/>
                </a:solidFill>
              </a:rPr>
              <a:t>Empower fitness professionals with AI automation that scales their business, while giving individuals proactive, real-time dietary and training navigation tailored to localized Asian lifestyles.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POSITIONING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31C"/>
                </a:solidFill>
              </a:rPr>
              <a:t>Coach! What to do? is an innovative B2B2C HealthTech SaaS. Unlike passive B2C calorie trackers, we deliver Proactive Pre-meal AI Navigation — combining Computer Vision (OCR) with AI to remove diet-tracking friction and reduce coaches' admin workload by ~80%.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0B1F18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17830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6EE7B7"/>
                </a:solidFill>
              </a:rPr>
              <a:t>MVP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Full-stack MVP live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807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7824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PWA + mobile-ready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32826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food / OCR flows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7581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3758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Coach portal 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233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4233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Stripe billing integrated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Ready to commercialize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02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A market polarized against both sides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Current tools fail consumers with friction — and fail coaches with unscalable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579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B2C PAIN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31C"/>
                </a:solidFill>
              </a:rPr>
              <a:t>Passive &amp; Friction-heavy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Existing apps (e.g. MyFitnessPal) rely on post-meal manual entry.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Creates an “eat first, regret later” behaviour loop.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Weak localization for Asian meals, HK convenience stores and local eateries.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High friction drives drop-off and weak long-term adherence.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1031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21579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B2B PAIN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31C"/>
                </a:solidFill>
              </a:rPr>
              <a:t>Unscalable Operations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Coaches spend hours reviewing food photos via WhatsApp.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Manual “customer service” caps earning potential.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No intelligent tracking / auto-grading workflow.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•  Limits how many clients a coach can serve effectively.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03  SOLUTION &amp;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Three breakthroughs that redefine coaching 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From passive tracking to proactive AI navigation — with a growing local data moat.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677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Proactive AI Navigation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Shift UX from post-meal logging to pre-meal intervention. AI calculates remaining macros and suggests next-meal options tailored to local lifestyle.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677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Computer Vision (OCR)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Users scan a nutrition label. AI extracts calories and macros instantly, eliminating friction and manual entry errors.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8745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148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2677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Crowdsourced Moat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8200" y="37490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Each OCR scan enriches a localized Asian food repository. As usage grows, accuracy compounds — creating a network effect hard for global giants to replicate.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04  LIVE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A working MVP — not a concept deck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Student experience: personalized dashboard, AI meal logging, history compliance and community.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" y="1764792"/>
            <a:ext cx="1956816" cy="4105656"/>
          </a:xfrm>
          <a:prstGeom prst="roundRect">
            <a:avLst>
              <a:gd name="adj" fmla="val 84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8000"/>
              </a:srgbClr>
            </a:outerShdw>
          </a:effectLst>
        </p:spPr>
      </p:sp>
      <p:pic>
        <p:nvPicPr>
          <p:cNvPr id="6" name="Image 0" descr="/workspace/docs/funding-deck-assets/ccmf-02-student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182880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79192" y="1764792"/>
            <a:ext cx="1956816" cy="4105656"/>
          </a:xfrm>
          <a:prstGeom prst="roundRect">
            <a:avLst>
              <a:gd name="adj" fmla="val 84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8000"/>
              </a:srgbClr>
            </a:outerShdw>
          </a:effectLst>
        </p:spPr>
      </p:sp>
      <p:pic>
        <p:nvPicPr>
          <p:cNvPr id="8" name="Image 1" descr="/workspace/docs/funding-deck-assets/ccmf-03-add-m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828800" cy="3977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82312" y="1764792"/>
            <a:ext cx="1956816" cy="4105656"/>
          </a:xfrm>
          <a:prstGeom prst="roundRect">
            <a:avLst>
              <a:gd name="adj" fmla="val 84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8000"/>
              </a:srgbClr>
            </a:outerShdw>
          </a:effectLst>
        </p:spPr>
      </p:sp>
      <p:pic>
        <p:nvPicPr>
          <p:cNvPr id="10" name="Image 2" descr="/workspace/docs/funding-deck-assets/ccmf-04-histor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28800"/>
            <a:ext cx="1828800" cy="3977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885432" y="1764792"/>
            <a:ext cx="1956816" cy="4105656"/>
          </a:xfrm>
          <a:prstGeom prst="roundRect">
            <a:avLst>
              <a:gd name="adj" fmla="val 84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8000"/>
              </a:srgbClr>
            </a:outerShdw>
          </a:effectLst>
        </p:spPr>
      </p:sp>
      <p:pic>
        <p:nvPicPr>
          <p:cNvPr id="12" name="Image 3" descr="/workspace/docs/funding-deck-assets/ccmf-05-communit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28800"/>
            <a:ext cx="1828800" cy="3977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144000" y="182880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0B1F18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9372600" y="21488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941832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AI meal review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41832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OCR label scan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9418320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Food photo logging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418320" y="3648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Macro targets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418320" y="3995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Streak &amp; history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41832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Community feed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418320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Multi-language UI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418320" y="5038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PWA installable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05  COACH OPERATING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From WhatsApp chaos to AI-scalable growth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White-label tools that cut admin time and help coaches serve more clients with better accountability.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764792"/>
            <a:ext cx="2093976" cy="4379976"/>
          </a:xfrm>
          <a:prstGeom prst="roundRect">
            <a:avLst>
              <a:gd name="adj" fmla="val 7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8000"/>
              </a:srgbClr>
            </a:outerShdw>
          </a:effectLst>
        </p:spPr>
      </p:sp>
      <p:pic>
        <p:nvPicPr>
          <p:cNvPr id="6" name="Image 0" descr="/workspace/docs/funding-deck-assets/ccmf-08-coach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196596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1874520"/>
            <a:ext cx="8458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0" y="214884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D8F5E9"/>
          </a:solidFill>
          <a:ln w="12700">
            <a:solidFill>
              <a:srgbClr val="D8F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38144" y="220370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0" y="20391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AI 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0" y="2331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Traffic-light compliance and daily intake visibility for every student.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08960" y="2880360"/>
            <a:ext cx="8458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31546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38144" y="320954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0" y="30449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Instant Alerts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14800" y="3337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Push notifications when students log meals — even in the background.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08960" y="3886200"/>
            <a:ext cx="8458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83280" y="416052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38144" y="421538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0" y="40507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Targets &amp; Feedback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14800" y="4343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Coach-set goals, comments and review workflows replace scattered chats.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108960" y="4892040"/>
            <a:ext cx="8458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516636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38144" y="522122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04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0" y="50566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Brand Ownership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114800" y="53492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Custom title, theme and invite links keep the gym brand front-and-centre.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06  BUSINESS MODEL &amp; MARKET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B2B2C SaaS with near-zero CAC viral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Target: fitness professionals and their health-conscious clients in Hong Kong and Taiwan.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B2B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1C"/>
                </a:solidFill>
              </a:rPr>
              <a:t>Pro Coach Plan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</a:rPr>
              <a:t>HK$399 / month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AI-powered dashboard that auto-grades client diets with a traffic-light system — saving ~80% admin time and unlocking client-base scale.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31C"/>
                </a:solidFill>
              </a:rPr>
              <a:t>Includes: student management · targets · review · brand portal ·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3035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210312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D8F5E9"/>
          </a:solidFill>
          <a:ln w="12700">
            <a:solidFill>
              <a:srgbClr val="D8F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B2C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2560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1C"/>
                </a:solidFill>
              </a:rPr>
              <a:t>Solo Plan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2940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HK$68 / month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3474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Individuals access AI meal navigation, OCR scanning, history, streak motivation and community support — with or without a human coach.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754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Viral Loop: 1 coach brings 20–50 clients → high switching barriers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07  COMPETITIVE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A distinct blue ocean in HealthTech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We bind localized AI navigation to human coaching accountability.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Dimension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920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B2C Trackers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920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B2B Coach Tools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98280" y="1783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920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Coach! What to do?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42316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UX Paradigm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42316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Passive post-meal logging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Digital worksheets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242316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8F5E9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8008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Proactive pre-meal 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13639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73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Localization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13639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3273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Global generic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13639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3273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Limited / none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313639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8F5E9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8008" y="3273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Asia-first food data moat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384962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986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Coach Value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84962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986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None / weak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84962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3986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Record-keeping only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98280" y="384962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8F5E9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08008" y="3986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AI auto-grade + growth 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4562856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" y="4700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Distribution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29000" y="4562856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38728" y="4700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Paid B2C CAC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4562856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4700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Direct coach sales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98280" y="4562856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8F5E9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08008" y="4700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B2B2C near-zero CAC loop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" y="527608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" y="5413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Moat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29000" y="527608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38728" y="5413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Brand &amp; DB size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63640" y="527608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5413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31C"/>
                </a:solidFill>
              </a:rPr>
              <a:t>Workflow lock-in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98280" y="527608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8F5E9"/>
          </a:solidFill>
          <a:ln w="12700">
            <a:solidFill>
              <a:srgbClr val="D5E5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08008" y="5413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1C"/>
                </a:solidFill>
              </a:rPr>
              <a:t>OCR network + coach binding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08  SOCIAL IMPACT (ESG)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Technology for preventive healthcare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D8F5E9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671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Democratizing Preventive Care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AI lowers the cost of professional guidance, making proactive health management accessible beyond premium coaching.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84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337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Data for Public Health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We plan to share anonymized, crowdsourced local dietary insights with universities and NGOs for research and policy support.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01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7548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Ethical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Privacy-first by design. Models drive positive behavioural change — never exploit user data for third-party advertising.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09  EXECUTION POWER &amp; MANAGEMENT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Solo founder with founder–market fit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Project Director &amp; Solo Founder: [Your Full Name]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70408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Domain Expertise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F66"/>
                </a:solidFill>
              </a:rPr>
              <a:t>As an active, experienced fitness coach, the founder intimately understands the operational pain points of both practitioners and clients — enabling rapid product decisions with real market grounding.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1C"/>
                </a:solidFill>
              </a:rPr>
              <a:t>Execution Capability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F66"/>
                </a:solidFill>
              </a:rPr>
              <a:t>Far beyond the conceptual stage: the founder independently completed full-stack development of the cross-platform Progressive Web App and integrated Stripe automated billing — proving exceptional execution speed with AI-assisted coding.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0" y="187452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B1F18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EE7B7"/>
                </a:solidFill>
              </a:rPr>
              <a:t>ALREADY DELIVERED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 Live product URL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 Student + Coach apps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 AI OCR / meal flows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 Stripe billing ready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 Supabase cloud 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 PWA / Capacitor path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10  6-MONTH 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MVP is done — now scale GTM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Focus: soft launch → monetization → expansion → incubation.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194560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3200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D8F5E9"/>
          </a:solidFill>
          <a:ln w="12700">
            <a:solidFill>
              <a:srgbClr val="D8F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325526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M1–2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Soft Launch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Threads marketing + 100 limited free trials to validate PMF and fine-tune OCR edge cases.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87452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2194560"/>
            <a:ext cx="777240" cy="77724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0" y="3200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325526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M3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Monetization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3320" y="4160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Fully activate Stripe billing and achieve initial Monthly Recurring Revenue (MRR).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87452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219456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95160" y="3200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325526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M4–5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Expansion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4160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Build “What to train?” (AI progressive overload) and start direct B2B sales to boutique gyms.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1874520"/>
            <a:ext cx="2697480" cy="3977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95560" y="2194560"/>
            <a:ext cx="777240" cy="7772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75520" y="3200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0384" y="325526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M6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6404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Scale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64040" y="4160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Reach 500 active paid clients and apply for the Cyberport Incubation Programme.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59669"/>
                </a:solidFill>
              </a:rPr>
              <a:t>11  BUDGET ALLOCATION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1C"/>
                </a:solidFill>
              </a:rPr>
              <a:t>HK$100,000 CCMF — focused on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34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F66"/>
                </a:solidFill>
              </a:rPr>
              <a:t>MVP is 100% developed; capital accelerates infrastructure, acquisition and GTM.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93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40%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1C"/>
                </a:solidFill>
              </a:rPr>
              <a:t>HK$40,000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9019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Cloud Infrastructure &amp; AI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Scale OpenAI/Vision usage and Supabase hosting for growth performance.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0449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30%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1C"/>
                </a:solidFill>
              </a:rPr>
              <a:t>HK$30,000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9535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Marketing &amp; User Acquisition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2644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B2B targeted ads and subsidized Free Trial campaigns.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20%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1168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1C"/>
                </a:solidFill>
              </a:rPr>
              <a:t>HK$20,000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40050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Product R&amp;D / UI Upgrades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4315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UI refinements and development of the upcoming training module.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11018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148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10%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11680" y="5212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1C"/>
                </a:solidFill>
              </a:rPr>
              <a:t>HK$10,000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5056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1C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5367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F66"/>
                </a:solidFill>
              </a:rPr>
              <a:t>Company incorporation, domains and Stripe operational buffer.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E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funding-deck-assets/ccmf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77440" y="1051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Coach! What to do?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3774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F3DC"/>
                </a:solidFill>
              </a:rPr>
              <a:t>Asia's First AI-Driven B2B2C Smart Coaching Ecosystem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live MVP. A clear B2B2C model.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Ready for Cyberport CCMF commercialization.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</a:rPr>
              <a:t>Funding Ask: HK$100,000  ·  6-month GTM &amp; scale plan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12480" y="2468880"/>
            <a:ext cx="3108960" cy="2926080"/>
          </a:xfrm>
          <a:prstGeom prst="roundRect">
            <a:avLst>
              <a:gd name="adj" fmla="val 3750"/>
            </a:avLst>
          </a:prstGeom>
          <a:solidFill>
            <a:srgbClr val="123E31"/>
          </a:solidFill>
          <a:ln w="12700">
            <a:solidFill>
              <a:srgbClr val="D5E5DE"/>
            </a:solidFill>
            <a:prstDash val="solid"/>
          </a:ln>
          <a:effectLst>
            <a:outerShdw sx="100000" sy="100000" kx="0" ky="0" algn="bl" rotWithShape="0" blurRad="25400" dist="50800" dir="2700000">
              <a:srgbClr val="64748B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6EE7B7"/>
                </a:solidFill>
              </a:rPr>
              <a:t>LIVE DEMO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fitclub-pearl.vercel.app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6DF"/>
                </a:solidFill>
              </a:rPr>
              <a:t>Founder &amp; 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E6DF"/>
                </a:solidFill>
              </a:rPr>
              <a:t>[Your Full Name]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806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B7"/>
                </a:solidFill>
              </a:rPr>
              <a:t>Thank you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6217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49B"/>
                </a:solidFill>
              </a:rPr>
              <a:t>Cyberport Creative Micro Fund (CCMF) · Business Proposal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Coach! What to do?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Coach! What to do? — CCMF Business Proposal</dc:title>
  <dc:subject>Cyberport Creative Micro Fund (CCMF) Application</dc:subject>
  <dc:creator>Coach! What to do?</dc:creator>
  <cp:lastModifiedBy>Coach! What to do?</cp:lastModifiedBy>
  <cp:revision>1</cp:revision>
  <dcterms:created xsi:type="dcterms:W3CDTF">2026-07-22T08:50:59Z</dcterms:created>
  <dcterms:modified xsi:type="dcterms:W3CDTF">2026-07-22T08:50:59Z</dcterms:modified>
</cp:coreProperties>
</file>